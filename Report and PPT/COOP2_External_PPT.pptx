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8" r:id="rId15"/>
    <p:sldId id="277" r:id="rId16"/>
    <p:sldId id="268" r:id="rId1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080" y="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2026-05-05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2026-05-05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287382" y="870856"/>
            <a:ext cx="8717281" cy="576507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400" i="1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ERRAM : Emotional Reliance Risk Assessment Model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Submitted by: Niharika Kapoor(2210991973)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Kritika Bansal(2210990524)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4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Submitted to: Dr Lalit Sharma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4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4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Computer Science and Engineering, Chitkara University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48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12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400" b="0" strike="noStrike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339874" y="731521"/>
            <a:ext cx="8464251" cy="5625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 AI systems are increasingly being used not only for information retrieval but also 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outlets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among students and young users.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often find AI: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Easily accessible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Non-judgmental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24/7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this creates a challenge: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mechanism to monitor emotional reliance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may lead to unhealthy dependency patterns.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ERRAM addresses this gap by providing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emotional risk assessment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user input.</a:t>
            </a:r>
          </a:p>
          <a:p>
            <a:pPr marL="139700" lvl="0">
              <a:buClr>
                <a:srgbClr val="000000"/>
              </a:buClr>
              <a:buSzPts val="1400"/>
            </a:pP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9F877-5434-57D4-F49B-C0C2A82DC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6BDEA677-DA2B-7435-9C6E-E0F53A43DC23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CCC161FE-58D7-CF3A-5CB8-148DFD4AB3CF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885D0C8D-4F7F-1BB2-A7C3-91F3A99B4D4E}"/>
              </a:ext>
            </a:extLst>
          </p:cNvPr>
          <p:cNvSpPr txBox="1"/>
          <p:nvPr/>
        </p:nvSpPr>
        <p:spPr>
          <a:xfrm>
            <a:off x="265491" y="848126"/>
            <a:ext cx="8420949" cy="572079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growing adoption of AI chat systems: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are forming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connections with 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thoughts are being shared with machines instead of humans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feedback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alert users about emotional distress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lack of monitoring may result in: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emotional dependency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isolation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Ignored mental health signals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there is a need for a system that can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user input and indicate emotional risk levels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5080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42236-FD21-9B5F-263B-172B1D28F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D3C2A094-6CC8-0018-A7BC-7B3B5B2EE070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E880F6FF-813B-8E03-73AD-5B10DC0D3975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26F7ECBF-9E19-E044-CF7B-68C528783711}"/>
              </a:ext>
            </a:extLst>
          </p:cNvPr>
          <p:cNvSpPr txBox="1"/>
          <p:nvPr/>
        </p:nvSpPr>
        <p:spPr>
          <a:xfrm>
            <a:off x="361525" y="1000406"/>
            <a:ext cx="8420949" cy="572079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objective of ERRAM is to: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user-generated text input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emotional risk into: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Risk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 Risk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Risk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Additionally, the system aims to: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distribution across all categories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contextual suggestions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risk level 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7945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E2EB1-C8D4-BD8C-3403-F1ECCEFCD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7F0E7043-260B-2B63-AB55-6E250A85D6E9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Overview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F3485755-7D0A-F8D5-094B-68B03D903C70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C321CB39-95B3-9A02-2CD6-5A3DB540254C}"/>
              </a:ext>
            </a:extLst>
          </p:cNvPr>
          <p:cNvSpPr txBox="1"/>
          <p:nvPr/>
        </p:nvSpPr>
        <p:spPr>
          <a:xfrm>
            <a:off x="361525" y="1000406"/>
            <a:ext cx="8420949" cy="572079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ERRAM is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application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performs real-time analysis of user input.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functionalities: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free-text input from users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the text using a trained ML model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classification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to be: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Interpretable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F12FB2-4904-2B58-C60B-E3BA71B64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1836" y="4183687"/>
            <a:ext cx="5122164" cy="203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63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73E2A-0390-7C98-EF31-E5BDF735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87B9648B-02CB-1C10-B8D7-D4A5B7C45808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BDF167C1-57F5-1C39-37E7-0638CFA32DD9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62DBDC89-BA8D-25DC-0CEB-0111ADF375E4}"/>
              </a:ext>
            </a:extLst>
          </p:cNvPr>
          <p:cNvSpPr txBox="1"/>
          <p:nvPr/>
        </p:nvSpPr>
        <p:spPr>
          <a:xfrm>
            <a:off x="361525" y="1000406"/>
            <a:ext cx="8420949" cy="572079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Minimum: Intel i3 / 4GB RAM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Recommended: 8GB RAM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3.10+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(Backend)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(ML)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&amp; NumPy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run on standard machines without specialized hardware.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04514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CB5D6-2735-8A00-FB24-90E287E2F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2D2C04E4-F77E-B16F-AFC9-E449928C0BC8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Approach and Dataset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2CC475B6-A5A2-517F-1CF6-2EFB6AA513D4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ABCD84CC-1C0B-4F23-187C-A2B073A96E95}"/>
              </a:ext>
            </a:extLst>
          </p:cNvPr>
          <p:cNvSpPr txBox="1"/>
          <p:nvPr/>
        </p:nvSpPr>
        <p:spPr>
          <a:xfrm>
            <a:off x="200297" y="913321"/>
            <a:ext cx="8420949" cy="572079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uses: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(Term Frequency - Inverse Document Frequency)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Classifier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converts text into numerical features based on word importance.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classifies the input into predefined risk categories.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is chosen because it is: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Computationally efficient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interpret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for text classification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trained 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Emotions Dataset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~16,000 labeled sentences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sentence is tagged with an emotion: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Joy, Love, Sadness ,Fear ,Anger, Surprise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later mapped to risk categories.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613EF6-3A78-10C8-E8CC-4EABB0381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543" y="2686453"/>
            <a:ext cx="4119154" cy="217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019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508D3-0CB8-0B86-F0BF-4A3503FB6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1DDBF320-5203-EAFD-9040-FAE837EB6171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0110B55E-10D2-4EB1-CB2B-FB516D96519D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0B3537B0-2A41-241B-BF13-66F44511A63E}"/>
              </a:ext>
            </a:extLst>
          </p:cNvPr>
          <p:cNvSpPr txBox="1"/>
          <p:nvPr/>
        </p:nvSpPr>
        <p:spPr>
          <a:xfrm>
            <a:off x="361525" y="1061366"/>
            <a:ext cx="8420949" cy="572079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emotions are mapped to risk levels based on psychological interpretation: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Joy, Love → Low Risk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Anger, Surprise → Medium Risk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Sadness, Fear → High Risk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mapping helps convert emotional classification into meaningful risk assessment.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ERRAM follows a </a:t>
            </a:r>
            <a:r>
              <a:rPr lang="en-US" b="1" dirty="0"/>
              <a:t>3-layer architecture</a:t>
            </a:r>
            <a:r>
              <a:rPr lang="en-US" dirty="0"/>
              <a:t>:</a:t>
            </a:r>
          </a:p>
          <a:p>
            <a:r>
              <a:rPr lang="en-US" b="1" dirty="0"/>
              <a:t>Presentation Layer (Frontend)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HTML, CSS, JavaScript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User interaction </a:t>
            </a:r>
          </a:p>
          <a:p>
            <a:r>
              <a:rPr lang="en-US" b="1" dirty="0"/>
              <a:t>Application Layer (Backend)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Flask server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API handling </a:t>
            </a:r>
          </a:p>
          <a:p>
            <a:r>
              <a:rPr lang="en-US" b="1" dirty="0"/>
              <a:t>Model Layer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ML pipeline (TF-IDF + Logistic Regression)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EFADEA-483C-255B-0EEA-DCF284BCB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9" y="3516086"/>
            <a:ext cx="4283648" cy="187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038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E30C5-DAA1-2DF9-476C-9F08AD795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87251816-923C-7AC5-FAF6-46B427AA486C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Flow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7F3F29F7-E210-EE7A-F9FC-FF43B76D93D3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FB72CF2D-314C-5E9E-2983-E884DF9A2457}"/>
              </a:ext>
            </a:extLst>
          </p:cNvPr>
          <p:cNvSpPr txBox="1"/>
          <p:nvPr/>
        </p:nvSpPr>
        <p:spPr>
          <a:xfrm>
            <a:off x="361525" y="1061366"/>
            <a:ext cx="8420949" cy="572079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(HTML/CSS/JS)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API (/predict)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Preprocessing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Vectorization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Model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(Low / Medium / High)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(JSON)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Display (Risk + Confidence + Suggestions)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0288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CBE8B-26FC-9203-7D3E-2777114D3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7EE24092-10E6-A4EB-6D7D-CC7D584C059D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79DA9BCF-FFBF-BB49-F053-51887C8521B8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D00ACAC5-23DA-F232-0544-3D6F51C63EC4}"/>
              </a:ext>
            </a:extLst>
          </p:cNvPr>
          <p:cNvSpPr txBox="1"/>
          <p:nvPr/>
        </p:nvSpPr>
        <p:spPr>
          <a:xfrm>
            <a:off x="300565" y="1165869"/>
            <a:ext cx="8324915" cy="49998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returns: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Level (Low/Medium/High)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Distribution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result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suggestions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ensures transparency and usability.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Accuracy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Accuracy: ~96%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Accuracy: ~96.5%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for clear emotions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 category slightly ambiguous due to natural language complexity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0460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39C12-D9A9-4009-7076-7C06F820F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1A15DD47-3AA1-AD14-DDB3-BA5909A54882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Application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A262CBCE-BF4B-74FC-94CF-E5F4C42D6BA9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C98DAE1E-EC74-52CC-9708-C85DDC5CEDC3}"/>
              </a:ext>
            </a:extLst>
          </p:cNvPr>
          <p:cNvSpPr txBox="1"/>
          <p:nvPr/>
        </p:nvSpPr>
        <p:spPr>
          <a:xfrm>
            <a:off x="300565" y="1165869"/>
            <a:ext cx="8324915" cy="49998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63747B-50EB-D2F2-2FB1-6CD598D9E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204" y="975018"/>
            <a:ext cx="5821619" cy="26876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EF272C-DB77-DAE1-B436-DCCD34FA8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02" y="3896476"/>
            <a:ext cx="5647389" cy="264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02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F07BA-5855-5444-929F-1E262A477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EDF92B73-9A2F-C112-FBC7-35F0A74B9EAF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29B9993C-F856-8204-8AE8-4E2E95D76DE7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A9B4BB7A-3E89-3722-02E3-C263455156A8}"/>
              </a:ext>
            </a:extLst>
          </p:cNvPr>
          <p:cNvSpPr txBox="1"/>
          <p:nvPr/>
        </p:nvSpPr>
        <p:spPr>
          <a:xfrm>
            <a:off x="300565" y="1165869"/>
            <a:ext cx="8324915" cy="49998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ERRAM demonstrates that: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risk detection is feasible using lightweight ML techniques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can enhance responsible AI usage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efficient, interpretable, and deployable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strong foundation for future advancements in AI-based emotional awareness systems.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improvements: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transformer-based models (BERT)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conversation 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 tracking over time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development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800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13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34759</TotalTime>
  <Words>737</Words>
  <Application>Microsoft Office PowerPoint</Application>
  <PresentationFormat>On-screen Show (4:3)</PresentationFormat>
  <Paragraphs>229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Kapoor, Niharika</cp:lastModifiedBy>
  <cp:revision>2301</cp:revision>
  <dcterms:created xsi:type="dcterms:W3CDTF">2010-04-09T07:36:15Z</dcterms:created>
  <dcterms:modified xsi:type="dcterms:W3CDTF">2026-05-05T12:58:35Z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